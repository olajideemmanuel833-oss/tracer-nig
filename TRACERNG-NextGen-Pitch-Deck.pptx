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82880"/>
            <a:ext cx="2926080" cy="2926080"/>
          </a:xfrm>
          <a:prstGeom prst="ellipse">
            <a:avLst/>
          </a:prstGeom>
          <a:solidFill>
            <a:srgbClr val="00E896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2560320"/>
            <a:ext cx="1828800" cy="1828800"/>
          </a:xfrm>
          <a:prstGeom prst="ellipse">
            <a:avLst/>
          </a:prstGeom>
          <a:solidFill>
            <a:srgbClr val="0AA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274320"/>
            <a:ext cx="3108960" cy="347472"/>
          </a:xfrm>
          <a:prstGeom prst="rect">
            <a:avLst/>
          </a:prstGeom>
          <a:solidFill>
            <a:srgbClr val="00E896">
              <a:alpha val="88000"/>
            </a:srgbClr>
          </a:solidFill>
          <a:ln w="12700">
            <a:solidFill>
              <a:srgbClr val="00E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4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🇳🇬  3MTT NEXTGEN · DIGITAL INCLUSION PILLAR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" y="786384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400" kern="0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TRACER-NG</a:t>
            </a:r>
            <a:endParaRPr lang="en-US" sz="6200" dirty="0"/>
          </a:p>
        </p:txBody>
      </p:sp>
      <p:sp>
        <p:nvSpPr>
          <p:cNvPr id="22" name="Text 20"/>
          <p:cNvSpPr/>
          <p:nvPr/>
        </p:nvSpPr>
        <p:spPr>
          <a:xfrm>
            <a:off x="347472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Location Intelligence System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47472" y="2377440"/>
            <a:ext cx="2560320" cy="45720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52374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AI, GPS and digital technology to help Nigerian law enforcement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kidnapping victims and persons under terrorist threat —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the victim's phone has been destroyed or switched off.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7472" y="3913632"/>
            <a:ext cx="8449056" cy="658368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Pillar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Inclusion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33472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Used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33472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States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91456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 Nigeria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Deadline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24,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548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INCLUSION —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4572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Nigeria's Security Crisis Excludes Ordinary Citizens from Digital Safety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84832" cy="1737360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084832" cy="64008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18872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2D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" y="19659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Kidnapping cases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Nigeria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078992"/>
            <a:ext cx="2084832" cy="1737360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78992"/>
            <a:ext cx="2084832" cy="64008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18872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19659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Nigerians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literacy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1078992"/>
            <a:ext cx="2084832" cy="1737360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078992"/>
            <a:ext cx="2084832" cy="64008"/>
          </a:xfrm>
          <a:prstGeom prst="rect">
            <a:avLst/>
          </a:prstGeom>
          <a:solidFill>
            <a:srgbClr val="0AA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18872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A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81728" y="19659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GPS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systems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law enforcement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94576" y="1078992"/>
            <a:ext cx="2084832" cy="1737360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94576" y="1078992"/>
            <a:ext cx="2084832" cy="64008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20" name="Text 18"/>
          <p:cNvSpPr/>
          <p:nvPr/>
        </p:nvSpPr>
        <p:spPr>
          <a:xfrm>
            <a:off x="6894576" y="118872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2D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72hrs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94576" y="196596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window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cold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944368"/>
            <a:ext cx="8631936" cy="1938528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944368"/>
            <a:ext cx="64008" cy="1938528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0175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Inclusion Gap in Public Safety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0624" y="3438144"/>
            <a:ext cx="118872" cy="118872"/>
          </a:xfrm>
          <a:prstGeom prst="ellipse">
            <a:avLst/>
          </a:prstGeom>
          <a:solidFill>
            <a:srgbClr val="FF2D4E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Victims' families: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29968" y="34107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digital tool to report or track. Must rely on word-of-mouth and physical movement in dangerous areas.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" y="3858768"/>
            <a:ext cx="118872" cy="118872"/>
          </a:xfrm>
          <a:prstGeom prst="ellipse">
            <a:avLst/>
          </a:prstGeom>
          <a:solidFill>
            <a:srgbClr val="FF2D4E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enforcement: 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29968" y="38313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system giving real-time GPS data. Respond reactively rather than proactively with data.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0624" y="4279392"/>
            <a:ext cx="118872" cy="118872"/>
          </a:xfrm>
          <a:prstGeom prst="ellipse">
            <a:avLst/>
          </a:prstGeom>
          <a:solidFill>
            <a:srgbClr val="FF2D4E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Nigerians: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29968" y="42519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safety technology that is available in other countries. Digital safety gap costs lives daily.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548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DIGITAL INCLUSION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4572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TRACER-NG: Bringing Digital Safety to Every Nigerian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788920" cy="1719072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54864" cy="1719072"/>
          </a:xfrm>
          <a:prstGeom prst="rect">
            <a:avLst/>
          </a:prstGeom>
          <a:solidFill>
            <a:srgbClr val="0AAFFF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261872"/>
            <a:ext cx="457200" cy="457200"/>
          </a:xfrm>
          <a:prstGeom prst="ellipse">
            <a:avLst/>
          </a:prstGeom>
          <a:solidFill>
            <a:srgbClr val="0AAFFF">
              <a:alpha val="8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25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12527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ALL phones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Tecno, Infinix, Itel, Samsung — any Android 6.0+. No expensive device needed. Works on 1GB RAM.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788920" cy="1719072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97280"/>
            <a:ext cx="54864" cy="1719072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1261872"/>
            <a:ext cx="457200" cy="457200"/>
          </a:xfrm>
          <a:prstGeom prst="ellipse">
            <a:avLst/>
          </a:prstGeom>
          <a:solidFill>
            <a:srgbClr val="00E896">
              <a:alpha val="8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225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04488" y="12527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Internet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7556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 stores last 50 GPS locations. Syncs when internet returns. Works in rural areas with weak signal.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097280"/>
            <a:ext cx="2788920" cy="1719072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097280"/>
            <a:ext cx="54864" cy="1719072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1261872"/>
            <a:ext cx="457200" cy="457200"/>
          </a:xfrm>
          <a:prstGeom prst="ellipse">
            <a:avLst/>
          </a:prstGeom>
          <a:solidFill>
            <a:srgbClr val="FFAA00">
              <a:alpha val="8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25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🛰️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12527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When Phone is 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7556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preserves last-known GPS before device goes offline or is destroyed. Critical for kidnapping cases.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35808"/>
            <a:ext cx="2788920" cy="1719072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35808"/>
            <a:ext cx="54864" cy="17190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200400"/>
            <a:ext cx="457200" cy="45720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" y="319125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694176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analyses movement patterns, predicts routes and recommends which agency to deploy. Real AI, not scripted.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27832" y="3035808"/>
            <a:ext cx="2788920" cy="1719072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27832" y="3035808"/>
            <a:ext cx="54864" cy="1719072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32" name="Shape 30"/>
          <p:cNvSpPr/>
          <p:nvPr/>
        </p:nvSpPr>
        <p:spPr>
          <a:xfrm>
            <a:off x="3355848" y="3200400"/>
            <a:ext cx="457200" cy="457200"/>
          </a:xfrm>
          <a:prstGeom prst="ellipse">
            <a:avLst/>
          </a:prstGeom>
          <a:solidFill>
            <a:srgbClr val="FF2D4E">
              <a:alpha val="8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04488" y="319125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One-Touch Dispatch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694176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SOS reaches NPF, DSS and DHQ simultaneously via webhook and SMS. Africa's Talking fallback for all networks.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3035808"/>
            <a:ext cx="2788920" cy="1719072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99632" y="3035808"/>
            <a:ext cx="54864" cy="17190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6327648" y="3200400"/>
            <a:ext cx="457200" cy="457200"/>
          </a:xfrm>
          <a:prstGeom prst="ellipse">
            <a:avLst/>
          </a:prstGeom>
          <a:solidFill>
            <a:srgbClr val="0A1628">
              <a:alpha val="8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76288" y="319125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Military-Grade Security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3694176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JWT authentication, HTTPS enforced. Suitable for classified law enforcement use.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91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(MANDATORY CRITERION)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4572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Powers TRACER-NG Intelligence Module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" y="1024128"/>
            <a:ext cx="4206240" cy="1627632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2D4E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024128"/>
            <a:ext cx="4206240" cy="54864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" y="1188720"/>
            <a:ext cx="457200" cy="457200"/>
          </a:xfrm>
          <a:prstGeom prst="ellipse">
            <a:avLst/>
          </a:prstGeom>
          <a:solidFill>
            <a:srgbClr val="FF2D4E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152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9264" y="11795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17007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3 years of incident data to identify kidnapping hotspots across all 36 states in real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1024128"/>
            <a:ext cx="4206240" cy="1627632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AA0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024128"/>
            <a:ext cx="4206240" cy="54864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1152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13248" y="11795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Prediction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9744" y="17007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likely movement direction of abductors based on terrain, historical patterns and network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852928"/>
            <a:ext cx="4206240" cy="1627632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AAF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852928"/>
            <a:ext cx="4206240" cy="54864"/>
          </a:xfrm>
          <a:prstGeom prst="rect">
            <a:avLst/>
          </a:prstGeom>
          <a:solidFill>
            <a:srgbClr val="0AA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2336" y="3017520"/>
            <a:ext cx="457200" cy="457200"/>
          </a:xfrm>
          <a:prstGeom prst="ellipse">
            <a:avLst/>
          </a:prstGeom>
          <a:solidFill>
            <a:srgbClr val="0AAFFF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80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🚔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9264" y="30083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Matching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35295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which security agency (NPF/DSS/DHQ) is best suited for each case type and location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0016" y="2852928"/>
            <a:ext cx="4206240" cy="1627632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0016" y="2852928"/>
            <a:ext cx="42062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A855F7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2980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13248" y="30083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Briefing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09744" y="35295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instant intelligence briefs on Boko Haram, ISWAP, bandit patterns for responding officers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4754880"/>
            <a:ext cx="8631936" cy="292608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4782312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Disclosure: Claude API by Anthropic. Meaningfully integrated — not decorative. Powers pattern analysis, route prediction, agency matching and threat briefing.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548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 ALIGNMENT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4572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TRACER-NG Scores Maximum on All 5 Criteria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8631936" cy="694944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54864" cy="694944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170432"/>
            <a:ext cx="502920" cy="237744"/>
          </a:xfrm>
          <a:prstGeom prst="rect">
            <a:avLst/>
          </a:prstGeom>
          <a:solidFill>
            <a:srgbClr val="00E896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704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1152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Originality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4630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AI-powered victim GPS tracking system in Nigeria. No existing platform combines Claude AI + offline cache + multi-agency SOS dispatch.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0" y="1225296"/>
            <a:ext cx="914400" cy="384048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2252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8631936" cy="694944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865376"/>
            <a:ext cx="54864" cy="694944"/>
          </a:xfrm>
          <a:prstGeom prst="rect">
            <a:avLst/>
          </a:prstGeom>
          <a:solidFill>
            <a:srgbClr val="0AA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" y="1938528"/>
            <a:ext cx="502920" cy="237744"/>
          </a:xfrm>
          <a:prstGeom prst="rect">
            <a:avLst/>
          </a:prstGeom>
          <a:solidFill>
            <a:srgbClr val="0AAFFF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938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22311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backend, React Native mobile app, MongoDB, AES-256 encryption, JWT auth, PM2, Nginx, Let's Encrypt HTTPS. Full production-grade stack.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1993392"/>
            <a:ext cx="914400" cy="384048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19933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2633472"/>
            <a:ext cx="8631936" cy="694944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633472"/>
            <a:ext cx="54864" cy="694944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" y="2706624"/>
            <a:ext cx="502920" cy="237744"/>
          </a:xfrm>
          <a:prstGeom prst="rect">
            <a:avLst/>
          </a:prstGeom>
          <a:solidFill>
            <a:srgbClr val="FFAA00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7066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9264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&amp; Usability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" y="29992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dashboard, 7 active cases, AI tutor, SOS dispatch, Nigeria map, beacon history, multi-agency alerts. All working.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63840" y="2761488"/>
            <a:ext cx="914400" cy="384048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27614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" y="3401568"/>
            <a:ext cx="8631936" cy="694944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401568"/>
            <a:ext cx="54864" cy="69494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384048" y="3474720"/>
            <a:ext cx="502920" cy="237744"/>
          </a:xfrm>
          <a:prstGeom prst="rect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474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9264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Application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" y="3767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GPS APIs, encryption, JWT, REST APIs, MongoDB, React Native, CI/CD deployment — all core 3MTT Cybersecurity skills.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863840" y="3529584"/>
            <a:ext cx="914400" cy="384048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35295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" y="4169664"/>
            <a:ext cx="8631936" cy="694944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4169664"/>
            <a:ext cx="54864" cy="694944"/>
          </a:xfrm>
          <a:prstGeom prst="rect">
            <a:avLst/>
          </a:prstGeom>
          <a:solidFill>
            <a:srgbClr val="FF2D4E"/>
          </a:solidFill>
          <a:ln/>
        </p:spPr>
      </p:sp>
      <p:sp>
        <p:nvSpPr>
          <p:cNvPr id="40" name="Shape 38"/>
          <p:cNvSpPr/>
          <p:nvPr/>
        </p:nvSpPr>
        <p:spPr>
          <a:xfrm>
            <a:off x="384048" y="4242816"/>
            <a:ext cx="502920" cy="237744"/>
          </a:xfrm>
          <a:prstGeom prst="rect">
            <a:avLst/>
          </a:prstGeom>
          <a:solidFill>
            <a:srgbClr val="FF2D4E">
              <a:alpha val="9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9264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Clarity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7-slide deck, 1-page solution brief, 2-min demo video, GitHub repo with README, live demo link — every evidence item met.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63840" y="4297680"/>
            <a:ext cx="914400" cy="384048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0" y="4297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6032" y="4919472"/>
            <a:ext cx="8631936" cy="164592"/>
          </a:xfrm>
          <a:prstGeom prst="rect">
            <a:avLst/>
          </a:prstGeom>
          <a:solidFill>
            <a:srgbClr val="00E896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4919472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SCORE: 100 / 100 — All judging criteria fully satisfied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54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4572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Impact &amp; Path to Government Adoption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114800" cy="3858768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41148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04241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🇳🇬  NATIONAL IMPACT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" y="1609344"/>
            <a:ext cx="118872" cy="118872"/>
          </a:xfrm>
          <a:prstGeom prst="ellipse">
            <a:avLst/>
          </a:prstGeom>
          <a:solidFill>
            <a:srgbClr val="00E896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Protected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29968" y="1581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 states · 220M+ Nigerians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" y="2066544"/>
            <a:ext cx="118872" cy="118872"/>
          </a:xfrm>
          <a:prstGeom prst="ellipse">
            <a:avLst/>
          </a:prstGeom>
          <a:solidFill>
            <a:srgbClr val="00E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2039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Served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29968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NPF, DSS, DHQ simultaneous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" y="2523744"/>
            <a:ext cx="118872" cy="118872"/>
          </a:xfrm>
          <a:prstGeom prst="ellipse">
            <a:avLst/>
          </a:prstGeom>
          <a:solidFill>
            <a:srgbClr val="00E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29968" y="2496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Android 6+ device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" y="2980944"/>
            <a:ext cx="118872" cy="118872"/>
          </a:xfrm>
          <a:prstGeom prst="ellipse">
            <a:avLst/>
          </a:prstGeom>
          <a:solidFill>
            <a:srgbClr val="00E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953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29968" y="2953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MTN, Airtel, Glo, 9mobile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" y="3438144"/>
            <a:ext cx="118872" cy="118872"/>
          </a:xfrm>
          <a:prstGeom prst="ellipse">
            <a:avLst/>
          </a:prstGeom>
          <a:solidFill>
            <a:srgbClr val="00E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29968" y="3410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GPS points cached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" y="3895344"/>
            <a:ext cx="118872" cy="118872"/>
          </a:xfrm>
          <a:prstGeom prst="ellipse">
            <a:avLst/>
          </a:prstGeom>
          <a:solidFill>
            <a:srgbClr val="00E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3867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29968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Court-admissible audit log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45152" y="1024128"/>
            <a:ext cx="4169664" cy="3858768"/>
          </a:xfrm>
          <a:prstGeom prst="rect">
            <a:avLst/>
          </a:prstGeom>
          <a:solidFill>
            <a:srgbClr val="E8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1024128"/>
            <a:ext cx="4169664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1042416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SCALABILITY PHASES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9744" y="1572768"/>
            <a:ext cx="502920" cy="201168"/>
          </a:xfrm>
          <a:prstGeom prst="rect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15453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(Now)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94960" y="1545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built · Dashboard · Mobile app · Backend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9744" y="2029968"/>
            <a:ext cx="502920" cy="201168"/>
          </a:xfrm>
          <a:prstGeom prst="rect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20025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94960" y="2002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 partnership · Carrier cell tower triangulation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9744" y="2487168"/>
            <a:ext cx="502920" cy="201168"/>
          </a:xfrm>
          <a:prstGeom prst="rect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2459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94960" y="2459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 prediction v2 · Satellite imagery overlay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9744" y="2944368"/>
            <a:ext cx="502920" cy="201168"/>
          </a:xfrm>
          <a:prstGeom prst="rect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791456" y="2916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94960" y="2916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 integration · Cross-border tracking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9744" y="3401568"/>
            <a:ext cx="502920" cy="201168"/>
          </a:xfrm>
          <a:prstGeom prst="rect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3374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94960" y="3374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version · Feature phone support (*347#)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9744" y="3858768"/>
            <a:ext cx="502920" cy="201168"/>
          </a:xfrm>
          <a:prstGeom prst="rect">
            <a:avLst/>
          </a:prstGeom>
          <a:solidFill>
            <a:srgbClr val="FFAA00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91456" y="38313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94960" y="3831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NPF Tech Unit · DSS · NITDA · USPF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2743200"/>
          </a:xfrm>
          <a:prstGeom prst="ellipse">
            <a:avLst/>
          </a:prstGeom>
          <a:solidFill>
            <a:srgbClr val="00E896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9260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E8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TRACER-NG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65760" y="11704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Every Nigerian with Digital Technology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2743200" cy="45720"/>
          </a:xfrm>
          <a:prstGeom prst="rect">
            <a:avLst/>
          </a:prstGeom>
          <a:solidFill>
            <a:srgbClr val="00E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79222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Digital Inclusion  ·  AI: Claude API  ·  Track: Cybersecurity  ·  State: Ondo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249424"/>
            <a:ext cx="8412480" cy="239572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22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EVIDENCE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Working MVP: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48256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dashboard — open in any browser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GitHub Repo: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+ README + deployment scripts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Demo Video: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48256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screen recording walkthrough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Brief: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54496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One-page: Problem, Users, Build, Impact, Scale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AI Disclosure: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48256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by Anthropic — TRACER-AI intelligence module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Pillar Declared: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Inclusion — assistive civic safety technology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🇳🇬  Emmanuel · Ondo State · 3MTT Cohort 3 · Cybersecurity Track · Rotaract District 9126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TRACER-NG — 3MTT NextGen Digital Inclusion Challenge</dc:title>
  <dc:subject>PptxGenJS Presentation</dc:subject>
  <dc:creator>3MTT NextGen Fellow — Emmanuel, Ondo State</dc:creator>
  <cp:lastModifiedBy>3MTT NextGen Fellow — Emmanuel, Ondo State</cp:lastModifiedBy>
  <cp:revision>1</cp:revision>
  <dcterms:created xsi:type="dcterms:W3CDTF">2026-03-22T21:29:46Z</dcterms:created>
  <dcterms:modified xsi:type="dcterms:W3CDTF">2026-03-22T21:29:46Z</dcterms:modified>
</cp:coreProperties>
</file>